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315200" cy="96012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29A19-C2AE-C119-B3E4-98F54619E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1DB84-9EF9-0FBA-C00B-32D568A7A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0340C-AD10-00DE-4C5E-34BE2AFA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60F6C-798D-8FCE-F3CC-A45D7B8A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11AF5-BFD9-D579-5691-2E6A3FE4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749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582F-59FB-1D32-C0BF-D3125BC2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7FF20-286D-6E76-9532-116EE3941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5D74B-8C2D-DF61-0D58-991338650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ABE76-0D96-6B63-035A-441D41DA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55544-4400-3B09-A694-1CE1F1C1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956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E1B79-69B8-9FE0-7C77-85340453F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9AFE4-BB27-F6D1-CDDB-2F5545703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DA7AA-7193-290E-3362-C6E0F1FD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6DE81-D1A4-E6CA-E20E-9C3C0D97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8A859-FBBD-D552-536B-6058E779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362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2514-A875-151C-F71B-2BED0A29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5E146-B4A2-C02D-99BE-627CBBDEE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D4F13-6D28-4A65-AE39-629A156EB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5CFD0-1C3F-B5EB-5B2E-22B7E7FC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654BE-8406-B631-834D-B52D8E38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C6551-C516-F86A-E7F9-2B0FE0F10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318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1967-0D6B-F61F-6DCB-A2EC480B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08070-D542-24DC-99F2-3C1FDCDDB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FEA1D-EAA8-01C4-63BC-18D25450A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4321C-BE4C-C816-A9A5-08C07E871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C7762-F0A4-8827-F686-AE78103CB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CF265-1231-71B1-880C-21928DAA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8C22A7-DB9B-1F8A-4836-C6DEBD4D1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C33FB-ACFD-FD1A-78B1-86D55998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451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6F1F-FB72-201A-F9E4-A29C938A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1CDD14-68BF-CB59-B907-B9CEB439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2D02E-E405-2D22-CC32-3E214B5B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B5355-9951-044A-B834-28AAC681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267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D7BB5-C3C6-D998-9D45-6E488B3E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A031D2-09EA-9530-25A2-2B7E64A4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6F0F-EA45-CEDB-15D0-331B8360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151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0C7A-A9C7-2FC3-6DB9-E1D1364AE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0321D-3183-E61B-B70F-B8F8C379E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A67B1-F605-B894-2597-E0C7C1757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68C75-4E1E-FF1A-4B3F-AB0CBFE7A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14206-037E-E1AB-E053-D7DED5857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A4B9D-85FC-9757-EB0E-94721B9E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33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10E94-8F2E-8D8F-0D1D-2A27CD6C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8DFFC-A11E-6880-342B-478DE3B2B9C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0EB69-200C-0D48-3DB2-4D67B8C9D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BDD9A-8A99-80AB-4C35-857CB08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EFD84-2A27-7B36-F504-A41261DB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A2F99-910B-4AE8-4E9F-250B74C8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8022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20131-F373-ECAE-FAB3-EFF982AE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14E5B-EEC3-A533-EF18-EF788FFA9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A6F37-73CC-BD30-EF4D-901D3463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F6CFE-29CB-CD8A-5370-119E7FD0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168A0-13ED-C6B9-145B-34BE0872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805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FDD870-6795-E869-C9BC-FD6B85DAA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FBC769-53AA-43E7-FAC2-824E7309E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A12B-2228-BA44-5CD4-2630F050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97C1A-485C-0820-7638-1A0EB852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EAB69-B70D-5C07-C5DA-56C5C1CC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718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18810-8BA8-C311-4EE4-8A62AC56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798FC-16CA-D15F-08CB-B45A79B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FA98A-BF47-42AD-31CD-068CCEF42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CD126-03D5-4F56-91F2-D7100D255F9A}" type="datetimeFigureOut">
              <a:rPr lang="en-NL" smtClean="0"/>
              <a:t>26/10/2026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A0AE6-074D-3318-0DC1-25345A0D8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47E54-6D6E-E07E-909B-0C251C8BF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B2C88-0EE4-4817-A568-8D314744CB6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642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A00D50-BC6E-3716-CF4D-4F8E26228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581" y="2814863"/>
            <a:ext cx="1040311" cy="1219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F18769-5CB0-12EE-9B04-9504F49FA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380" y="2814863"/>
            <a:ext cx="1040311" cy="1219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8F9B1F-7BC2-63FF-BC33-4E19F37E6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79" y="2814863"/>
            <a:ext cx="1040311" cy="12195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25B2C9-E13A-AAE7-2D61-4DFE940CB407}"/>
              </a:ext>
            </a:extLst>
          </p:cNvPr>
          <p:cNvSpPr/>
          <p:nvPr/>
        </p:nvSpPr>
        <p:spPr>
          <a:xfrm>
            <a:off x="3458633" y="2620433"/>
            <a:ext cx="5274733" cy="1617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DE47977-7723-D75A-5A18-B1E3F175D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581" y="4978400"/>
            <a:ext cx="1040311" cy="12195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334DCA5-2E10-2D68-6E23-97B819D94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380" y="4978400"/>
            <a:ext cx="1040311" cy="121950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45423C7-8059-F420-9128-295735270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79" y="4978400"/>
            <a:ext cx="1040311" cy="121950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2714BCD-F45C-0DBB-A9C9-FFFC1FB227F4}"/>
              </a:ext>
            </a:extLst>
          </p:cNvPr>
          <p:cNvSpPr/>
          <p:nvPr/>
        </p:nvSpPr>
        <p:spPr>
          <a:xfrm>
            <a:off x="3458633" y="4783970"/>
            <a:ext cx="5274733" cy="1617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01C6C51-D12C-7D2F-EB72-72E0E1835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581" y="651326"/>
            <a:ext cx="1040311" cy="121950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5A76657-3890-A2DA-8ACD-1717382F1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380" y="651326"/>
            <a:ext cx="1040311" cy="1219504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66C917F-4DD4-C753-CAE7-92C8E4D14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79" y="651326"/>
            <a:ext cx="1040311" cy="1219504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38F5B228-D5CD-4D10-A80E-70DB5506A830}"/>
              </a:ext>
            </a:extLst>
          </p:cNvPr>
          <p:cNvSpPr/>
          <p:nvPr/>
        </p:nvSpPr>
        <p:spPr>
          <a:xfrm>
            <a:off x="3458633" y="456896"/>
            <a:ext cx="5274733" cy="1617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373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Elkatmiş, S.T. (Semih)</dc:creator>
  <cp:lastModifiedBy>Elkatmiş, S.T. (Semih)</cp:lastModifiedBy>
  <cp:revision>1</cp:revision>
  <cp:lastPrinted>2026-10-26T09:22:01Z</cp:lastPrinted>
  <dcterms:created xsi:type="dcterms:W3CDTF">2026-10-26T09:15:40Z</dcterms:created>
  <dcterms:modified xsi:type="dcterms:W3CDTF">2026-10-26T09:23:11Z</dcterms:modified>
</cp:coreProperties>
</file>